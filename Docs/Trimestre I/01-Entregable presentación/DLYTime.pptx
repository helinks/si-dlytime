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2.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3"/>
    <p:sldId id="285" r:id="rId4"/>
    <p:sldId id="311" r:id="rId5"/>
    <p:sldId id="312" r:id="rId6"/>
    <p:sldId id="331" r:id="rId7"/>
    <p:sldId id="332" r:id="rId8"/>
    <p:sldId id="33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83" d="100"/>
          <a:sy n="83"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8290A9D-2565-4888-A92C-4103869FB12C}"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A6B0F2C9-395C-441D-93D2-430A15387CAA}">
      <dgm:prSet/>
      <dgm:spPr/>
      <dgm:t>
        <a:bodyPr/>
        <a:lstStyle/>
        <a:p>
          <a:r>
            <a:rPr lang="en-US" dirty="0" err="1"/>
            <a:t>Problema</a:t>
          </a:r>
          <a:endParaRPr lang="en-US" dirty="0"/>
        </a:p>
      </dgm:t>
    </dgm:pt>
    <dgm:pt modelId="{5D9F6F83-C9CF-4479-B680-06197B8D2FA5}" cxnId="{73748D77-1AEF-448F-A326-6940D2525367}" type="parTrans">
      <dgm:prSet/>
      <dgm:spPr/>
      <dgm:t>
        <a:bodyPr/>
        <a:lstStyle/>
        <a:p>
          <a:endParaRPr lang="en-US"/>
        </a:p>
      </dgm:t>
    </dgm:pt>
    <dgm:pt modelId="{4CB7A7F8-096E-4A6E-9EC9-8137D490AA52}" cxnId="{73748D77-1AEF-448F-A326-6940D2525367}" type="sibTrans">
      <dgm:prSet/>
      <dgm:spPr/>
      <dgm:t>
        <a:bodyPr/>
        <a:lstStyle/>
        <a:p>
          <a:endParaRPr lang="en-US"/>
        </a:p>
      </dgm:t>
    </dgm:pt>
    <dgm:pt modelId="{9744A34C-B26A-4EE8-AE4E-1970DA742557}">
      <dgm:prSet/>
      <dgm:spPr/>
      <dgm:t>
        <a:bodyPr/>
        <a:lstStyle/>
        <a:p>
          <a:r>
            <a:rPr lang="en-US" dirty="0" err="1"/>
            <a:t>Objetivo</a:t>
          </a:r>
          <a:r>
            <a:rPr lang="en-US" dirty="0"/>
            <a:t> General</a:t>
          </a:r>
        </a:p>
      </dgm:t>
    </dgm:pt>
    <dgm:pt modelId="{F97D70E2-CA61-456D-A3DD-70E8F9F19205}" cxnId="{3657AB2E-DEA7-4A16-841B-7C7A2E5931F1}" type="parTrans">
      <dgm:prSet/>
      <dgm:spPr/>
      <dgm:t>
        <a:bodyPr/>
        <a:lstStyle/>
        <a:p>
          <a:endParaRPr lang="en-US"/>
        </a:p>
      </dgm:t>
    </dgm:pt>
    <dgm:pt modelId="{3FD7622E-30F4-4EDB-A205-CE6235CE54ED}" cxnId="{3657AB2E-DEA7-4A16-841B-7C7A2E5931F1}" type="sibTrans">
      <dgm:prSet/>
      <dgm:spPr/>
      <dgm:t>
        <a:bodyPr/>
        <a:lstStyle/>
        <a:p>
          <a:endParaRPr lang="en-US"/>
        </a:p>
      </dgm:t>
    </dgm:pt>
    <dgm:pt modelId="{8CAA599D-D78A-46D3-8C75-8BF5E0FFDBEE}">
      <dgm:prSet custT="1"/>
      <dgm:spPr/>
      <dgm:t>
        <a:bodyPr/>
        <a:lstStyle/>
        <a:p>
          <a:r>
            <a:rPr lang="en-US" sz="4400" dirty="0" err="1"/>
            <a:t>Alcance</a:t>
          </a:r>
          <a:r>
            <a:rPr lang="en-US" sz="4400" dirty="0"/>
            <a:t> y </a:t>
          </a:r>
          <a:r>
            <a:rPr lang="en-US" sz="4400" dirty="0" err="1"/>
            <a:t>Delimitación</a:t>
          </a:r>
          <a:endParaRPr lang="en-US" sz="4400" dirty="0"/>
        </a:p>
      </dgm:t>
    </dgm:pt>
    <dgm:pt modelId="{2264C9AB-69F3-4D5B-9A3D-D330C9B23F08}" cxnId="{08C16837-9A88-4257-AE06-FAB4B9406A27}" type="sibTrans">
      <dgm:prSet/>
      <dgm:spPr/>
      <dgm:t>
        <a:bodyPr/>
        <a:lstStyle/>
        <a:p>
          <a:endParaRPr lang="en-US"/>
        </a:p>
      </dgm:t>
    </dgm:pt>
    <dgm:pt modelId="{C7665D0E-9CDB-4D05-A0D0-8CD2ABF9016D}" cxnId="{08C16837-9A88-4257-AE06-FAB4B9406A27}" type="parTrans">
      <dgm:prSet/>
      <dgm:spPr/>
      <dgm:t>
        <a:bodyPr/>
        <a:lstStyle/>
        <a:p>
          <a:endParaRPr lang="en-US"/>
        </a:p>
      </dgm:t>
    </dgm:pt>
    <dgm:pt modelId="{29E47865-29CC-4EAC-ABDB-89EF1FB283CC}">
      <dgm:prSet/>
      <dgm:spPr/>
      <dgm:t>
        <a:bodyPr/>
        <a:lstStyle/>
        <a:p>
          <a:r>
            <a:rPr lang="en-US" dirty="0" err="1"/>
            <a:t>Jutificación</a:t>
          </a:r>
          <a:endParaRPr lang="en-US" dirty="0"/>
        </a:p>
      </dgm:t>
    </dgm:pt>
    <dgm:pt modelId="{D010EA0E-990C-4505-BBAD-34CFD5025F26}" cxnId="{6B9DD162-416D-42C6-ABF1-265D243069C7}" type="sibTrans">
      <dgm:prSet/>
      <dgm:spPr/>
      <dgm:t>
        <a:bodyPr/>
        <a:lstStyle/>
        <a:p>
          <a:endParaRPr lang="en-US"/>
        </a:p>
      </dgm:t>
    </dgm:pt>
    <dgm:pt modelId="{04EB328F-67E1-4EEF-9FA6-EFE6B4975BD6}" cxnId="{6B9DD162-416D-42C6-ABF1-265D243069C7}" type="parTrans">
      <dgm:prSet/>
      <dgm:spPr/>
      <dgm:t>
        <a:bodyPr/>
        <a:lstStyle/>
        <a:p>
          <a:endParaRPr lang="en-US"/>
        </a:p>
      </dgm:t>
    </dgm:pt>
    <dgm:pt modelId="{948153C0-887C-4322-8A27-CAAF5EE989CA}">
      <dgm:prSet custT="1"/>
      <dgm:spPr/>
      <dgm:t>
        <a:bodyPr/>
        <a:lstStyle/>
        <a:p>
          <a:r>
            <a:rPr lang="en-US" sz="4000" dirty="0" err="1"/>
            <a:t>Objetivos</a:t>
          </a:r>
          <a:r>
            <a:rPr lang="en-US" sz="4000" dirty="0"/>
            <a:t> </a:t>
          </a:r>
          <a:r>
            <a:rPr lang="en-US" sz="4000" dirty="0" err="1"/>
            <a:t>Específicos</a:t>
          </a:r>
          <a:endParaRPr lang="en-US" sz="4000" dirty="0"/>
        </a:p>
      </dgm:t>
    </dgm:pt>
    <dgm:pt modelId="{AF2612CD-6C4F-4E16-BF83-8A87947586A5}" cxnId="{C2792066-3BF8-4374-A397-E9FF3E977A01}" type="sibTrans">
      <dgm:prSet/>
      <dgm:spPr/>
      <dgm:t>
        <a:bodyPr/>
        <a:lstStyle/>
        <a:p>
          <a:endParaRPr lang="en-US"/>
        </a:p>
      </dgm:t>
    </dgm:pt>
    <dgm:pt modelId="{2B1AC413-1055-4960-8B52-EACDCB476321}" cxnId="{C2792066-3BF8-4374-A397-E9FF3E977A01}" type="parTrans">
      <dgm:prSet/>
      <dgm:spPr/>
      <dgm:t>
        <a:bodyPr/>
        <a:lstStyle/>
        <a:p>
          <a:endParaRPr lang="en-US"/>
        </a:p>
      </dgm:t>
    </dgm:pt>
    <dgm:pt modelId="{E7BBB583-AEB0-45BC-93D0-5D1CD365FA91}" type="pres">
      <dgm:prSet presAssocID="{F8290A9D-2565-4888-A92C-4103869FB12C}" presName="diagram" presStyleCnt="0">
        <dgm:presLayoutVars>
          <dgm:dir/>
          <dgm:resizeHandles val="exact"/>
        </dgm:presLayoutVars>
      </dgm:prSet>
      <dgm:spPr/>
    </dgm:pt>
    <dgm:pt modelId="{CB1E82FA-25C6-4D0A-A912-BEE408F6759C}" type="pres">
      <dgm:prSet presAssocID="{A6B0F2C9-395C-441D-93D2-430A15387CAA}" presName="node" presStyleLbl="node1" presStyleIdx="0" presStyleCnt="5">
        <dgm:presLayoutVars>
          <dgm:bulletEnabled val="1"/>
        </dgm:presLayoutVars>
      </dgm:prSet>
      <dgm:spPr/>
    </dgm:pt>
    <dgm:pt modelId="{3389DF8C-C6A4-421A-9B2A-13F504F6B656}" type="pres">
      <dgm:prSet presAssocID="{4CB7A7F8-096E-4A6E-9EC9-8137D490AA52}" presName="sibTrans" presStyleCnt="0"/>
      <dgm:spPr/>
    </dgm:pt>
    <dgm:pt modelId="{A02F2693-921F-424D-8EC7-8A3BF23FD12A}" type="pres">
      <dgm:prSet presAssocID="{9744A34C-B26A-4EE8-AE4E-1970DA742557}" presName="node" presStyleLbl="node1" presStyleIdx="1" presStyleCnt="5">
        <dgm:presLayoutVars>
          <dgm:bulletEnabled val="1"/>
        </dgm:presLayoutVars>
      </dgm:prSet>
      <dgm:spPr/>
    </dgm:pt>
    <dgm:pt modelId="{E34AA622-0F7B-479B-9FE8-B4248284F267}" type="pres">
      <dgm:prSet presAssocID="{3FD7622E-30F4-4EDB-A205-CE6235CE54ED}" presName="sibTrans" presStyleCnt="0"/>
      <dgm:spPr/>
    </dgm:pt>
    <dgm:pt modelId="{88DE7088-B1C3-4A84-A0C0-61A0AE678C1B}" type="pres">
      <dgm:prSet presAssocID="{948153C0-887C-4322-8A27-CAAF5EE989CA}" presName="node" presStyleLbl="node1" presStyleIdx="2" presStyleCnt="5">
        <dgm:presLayoutVars>
          <dgm:bulletEnabled val="1"/>
        </dgm:presLayoutVars>
      </dgm:prSet>
      <dgm:spPr/>
    </dgm:pt>
    <dgm:pt modelId="{7B3F803A-FF06-4A3C-8003-BAA449FCB1BC}" type="pres">
      <dgm:prSet presAssocID="{AF2612CD-6C4F-4E16-BF83-8A87947586A5}" presName="sibTrans" presStyleCnt="0"/>
      <dgm:spPr/>
    </dgm:pt>
    <dgm:pt modelId="{DCEE0A2D-1DC7-46F2-B476-E12FC17B783B}" type="pres">
      <dgm:prSet presAssocID="{8CAA599D-D78A-46D3-8C75-8BF5E0FFDBEE}" presName="node" presStyleLbl="node1" presStyleIdx="3" presStyleCnt="5" custScaleX="124908">
        <dgm:presLayoutVars>
          <dgm:bulletEnabled val="1"/>
        </dgm:presLayoutVars>
      </dgm:prSet>
      <dgm:spPr/>
    </dgm:pt>
    <dgm:pt modelId="{AD93C571-4D04-42F9-9811-49F142E491CC}" type="pres">
      <dgm:prSet presAssocID="{2264C9AB-69F3-4D5B-9A3D-D330C9B23F08}" presName="sibTrans" presStyleCnt="0"/>
      <dgm:spPr/>
    </dgm:pt>
    <dgm:pt modelId="{9452AD3B-DF48-4B65-8B3A-F78F98BB33B0}" type="pres">
      <dgm:prSet presAssocID="{29E47865-29CC-4EAC-ABDB-89EF1FB283CC}" presName="node" presStyleLbl="node1" presStyleIdx="4" presStyleCnt="5" custScaleX="127340">
        <dgm:presLayoutVars>
          <dgm:bulletEnabled val="1"/>
        </dgm:presLayoutVars>
      </dgm:prSet>
      <dgm:spPr/>
    </dgm:pt>
  </dgm:ptLst>
  <dgm:cxnLst>
    <dgm:cxn modelId="{CB06EC09-61B3-46EA-9175-CB494CF611A3}" type="presOf" srcId="{A6B0F2C9-395C-441D-93D2-430A15387CAA}" destId="{CB1E82FA-25C6-4D0A-A912-BEE408F6759C}" srcOrd="0" destOrd="0" presId="urn:microsoft.com/office/officeart/2005/8/layout/default"/>
    <dgm:cxn modelId="{3657AB2E-DEA7-4A16-841B-7C7A2E5931F1}" srcId="{F8290A9D-2565-4888-A92C-4103869FB12C}" destId="{9744A34C-B26A-4EE8-AE4E-1970DA742557}" srcOrd="1" destOrd="0" parTransId="{F97D70E2-CA61-456D-A3DD-70E8F9F19205}" sibTransId="{3FD7622E-30F4-4EDB-A205-CE6235CE54ED}"/>
    <dgm:cxn modelId="{91DF7935-8610-4F56-B829-6DDCEFB6A962}" type="presOf" srcId="{8CAA599D-D78A-46D3-8C75-8BF5E0FFDBEE}" destId="{DCEE0A2D-1DC7-46F2-B476-E12FC17B783B}" srcOrd="0" destOrd="0" presId="urn:microsoft.com/office/officeart/2005/8/layout/default"/>
    <dgm:cxn modelId="{08C16837-9A88-4257-AE06-FAB4B9406A27}" srcId="{F8290A9D-2565-4888-A92C-4103869FB12C}" destId="{8CAA599D-D78A-46D3-8C75-8BF5E0FFDBEE}" srcOrd="3" destOrd="0" parTransId="{C7665D0E-9CDB-4D05-A0D0-8CD2ABF9016D}" sibTransId="{2264C9AB-69F3-4D5B-9A3D-D330C9B23F08}"/>
    <dgm:cxn modelId="{1EABDC3D-F482-4724-B533-9CEF185A4D7D}" type="presOf" srcId="{948153C0-887C-4322-8A27-CAAF5EE989CA}" destId="{88DE7088-B1C3-4A84-A0C0-61A0AE678C1B}" srcOrd="0" destOrd="0" presId="urn:microsoft.com/office/officeart/2005/8/layout/default"/>
    <dgm:cxn modelId="{6B9DD162-416D-42C6-ABF1-265D243069C7}" srcId="{F8290A9D-2565-4888-A92C-4103869FB12C}" destId="{29E47865-29CC-4EAC-ABDB-89EF1FB283CC}" srcOrd="4" destOrd="0" parTransId="{04EB328F-67E1-4EEF-9FA6-EFE6B4975BD6}" sibTransId="{D010EA0E-990C-4505-BBAD-34CFD5025F26}"/>
    <dgm:cxn modelId="{C2792066-3BF8-4374-A397-E9FF3E977A01}" srcId="{F8290A9D-2565-4888-A92C-4103869FB12C}" destId="{948153C0-887C-4322-8A27-CAAF5EE989CA}" srcOrd="2" destOrd="0" parTransId="{2B1AC413-1055-4960-8B52-EACDCB476321}" sibTransId="{AF2612CD-6C4F-4E16-BF83-8A87947586A5}"/>
    <dgm:cxn modelId="{75DAED67-55E1-4888-BA4A-C3CD2645F3E7}" type="presOf" srcId="{29E47865-29CC-4EAC-ABDB-89EF1FB283CC}" destId="{9452AD3B-DF48-4B65-8B3A-F78F98BB33B0}" srcOrd="0" destOrd="0" presId="urn:microsoft.com/office/officeart/2005/8/layout/default"/>
    <dgm:cxn modelId="{D1962649-B467-4ADD-BE15-8498896BEEFB}" type="presOf" srcId="{9744A34C-B26A-4EE8-AE4E-1970DA742557}" destId="{A02F2693-921F-424D-8EC7-8A3BF23FD12A}" srcOrd="0" destOrd="0" presId="urn:microsoft.com/office/officeart/2005/8/layout/default"/>
    <dgm:cxn modelId="{73748D77-1AEF-448F-A326-6940D2525367}" srcId="{F8290A9D-2565-4888-A92C-4103869FB12C}" destId="{A6B0F2C9-395C-441D-93D2-430A15387CAA}" srcOrd="0" destOrd="0" parTransId="{5D9F6F83-C9CF-4479-B680-06197B8D2FA5}" sibTransId="{4CB7A7F8-096E-4A6E-9EC9-8137D490AA52}"/>
    <dgm:cxn modelId="{F2A410E0-3A8D-447E-B915-3AD2CC32F346}" type="presOf" srcId="{F8290A9D-2565-4888-A92C-4103869FB12C}" destId="{E7BBB583-AEB0-45BC-93D0-5D1CD365FA91}" srcOrd="0" destOrd="0" presId="urn:microsoft.com/office/officeart/2005/8/layout/default"/>
    <dgm:cxn modelId="{D602E0BE-54A5-47EB-AA65-613C7DB61480}" type="presParOf" srcId="{E7BBB583-AEB0-45BC-93D0-5D1CD365FA91}" destId="{CB1E82FA-25C6-4D0A-A912-BEE408F6759C}" srcOrd="0" destOrd="0" presId="urn:microsoft.com/office/officeart/2005/8/layout/default"/>
    <dgm:cxn modelId="{30AC5DF6-8E0A-4B14-91A1-3DE00673ABCD}" type="presParOf" srcId="{E7BBB583-AEB0-45BC-93D0-5D1CD365FA91}" destId="{3389DF8C-C6A4-421A-9B2A-13F504F6B656}" srcOrd="1" destOrd="0" presId="urn:microsoft.com/office/officeart/2005/8/layout/default"/>
    <dgm:cxn modelId="{D6E77338-295A-4E73-987A-EF2A582A16A4}" type="presParOf" srcId="{E7BBB583-AEB0-45BC-93D0-5D1CD365FA91}" destId="{A02F2693-921F-424D-8EC7-8A3BF23FD12A}" srcOrd="2" destOrd="0" presId="urn:microsoft.com/office/officeart/2005/8/layout/default"/>
    <dgm:cxn modelId="{59A74649-AE21-4115-9455-5640C8DC4694}" type="presParOf" srcId="{E7BBB583-AEB0-45BC-93D0-5D1CD365FA91}" destId="{E34AA622-0F7B-479B-9FE8-B4248284F267}" srcOrd="3" destOrd="0" presId="urn:microsoft.com/office/officeart/2005/8/layout/default"/>
    <dgm:cxn modelId="{B5B77073-46D0-43B1-9D92-958A8394A6E4}" type="presParOf" srcId="{E7BBB583-AEB0-45BC-93D0-5D1CD365FA91}" destId="{88DE7088-B1C3-4A84-A0C0-61A0AE678C1B}" srcOrd="4" destOrd="0" presId="urn:microsoft.com/office/officeart/2005/8/layout/default"/>
    <dgm:cxn modelId="{6B2C0420-4C5A-4138-9C86-E50FD44A0BEF}" type="presParOf" srcId="{E7BBB583-AEB0-45BC-93D0-5D1CD365FA91}" destId="{7B3F803A-FF06-4A3C-8003-BAA449FCB1BC}" srcOrd="5" destOrd="0" presId="urn:microsoft.com/office/officeart/2005/8/layout/default"/>
    <dgm:cxn modelId="{21E142D0-34A9-4C03-8F14-958A8DCB7078}" type="presParOf" srcId="{E7BBB583-AEB0-45BC-93D0-5D1CD365FA91}" destId="{DCEE0A2D-1DC7-46F2-B476-E12FC17B783B}" srcOrd="6" destOrd="0" presId="urn:microsoft.com/office/officeart/2005/8/layout/default"/>
    <dgm:cxn modelId="{DA9F9F94-3634-47FE-8E65-00392AC89A29}" type="presParOf" srcId="{E7BBB583-AEB0-45BC-93D0-5D1CD365FA91}" destId="{AD93C571-4D04-42F9-9811-49F142E491CC}" srcOrd="7" destOrd="0" presId="urn:microsoft.com/office/officeart/2005/8/layout/default"/>
    <dgm:cxn modelId="{19EA1F4C-CCE4-4453-9C86-4414430C7F08}" type="presParOf" srcId="{E7BBB583-AEB0-45BC-93D0-5D1CD365FA91}" destId="{9452AD3B-DF48-4B65-8B3A-F78F98BB33B0}" srcOrd="8" destOrd="0" presId="urn:microsoft.com/office/officeart/2005/8/layout/defaul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upo 1"/>
      <dsp:cNvGrpSpPr/>
    </dsp:nvGrpSpPr>
    <dsp:grpSpPr>
      <a:xfrm>
        <a:off x="0" y="0"/>
        <a:ext cx="9601200" cy="3581400"/>
        <a:chOff x="0" y="0"/>
        <a:chExt cx="9601200" cy="3581400"/>
      </a:xfrm>
    </dsp:grpSpPr>
    <dsp:sp modelId="{CB1E82FA-25C6-4D0A-A912-BEE408F6759C}">
      <dsp:nvSpPr>
        <dsp:cNvPr id="3" name="Rectángulo 2"/>
        <dsp:cNvSpPr/>
      </dsp:nvSpPr>
      <dsp:spPr bwMode="white">
        <a:xfrm>
          <a:off x="405051" y="3367"/>
          <a:ext cx="2751906" cy="1651144"/>
        </a:xfrm>
        <a:prstGeom prst="rect">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163830" tIns="163830" rIns="163830" bIns="163830" anchor="ctr"/>
        <a:lstStyle>
          <a:lvl1pPr algn="ctr">
            <a:defRPr sz="4300"/>
          </a:lvl1pPr>
          <a:lvl2pPr marL="285750" indent="-285750" algn="ctr">
            <a:defRPr sz="3300"/>
          </a:lvl2pPr>
          <a:lvl3pPr marL="571500" indent="-285750" algn="ctr">
            <a:defRPr sz="3300"/>
          </a:lvl3pPr>
          <a:lvl4pPr marL="857250" indent="-285750" algn="ctr">
            <a:defRPr sz="3300"/>
          </a:lvl4pPr>
          <a:lvl5pPr marL="1143000" indent="-285750" algn="ctr">
            <a:defRPr sz="3300"/>
          </a:lvl5pPr>
          <a:lvl6pPr marL="1428750" indent="-285750" algn="ctr">
            <a:defRPr sz="3300"/>
          </a:lvl6pPr>
          <a:lvl7pPr marL="1714500" indent="-285750" algn="ctr">
            <a:defRPr sz="3300"/>
          </a:lvl7pPr>
          <a:lvl8pPr marL="2000250" indent="-285750" algn="ctr">
            <a:defRPr sz="3300"/>
          </a:lvl8pPr>
          <a:lvl9pPr marL="2286000" indent="-285750" algn="ctr">
            <a:defRPr sz="3300"/>
          </a:lvl9pPr>
        </a:lstStyle>
        <a:p>
          <a:pPr lvl="0">
            <a:lnSpc>
              <a:spcPct val="100000"/>
            </a:lnSpc>
            <a:spcBef>
              <a:spcPct val="0"/>
            </a:spcBef>
            <a:spcAft>
              <a:spcPct val="35000"/>
            </a:spcAft>
          </a:pPr>
          <a:r>
            <a:rPr lang="en-US" dirty="0" err="1"/>
            <a:t>Problema</a:t>
          </a:r>
          <a:endParaRPr lang="en-US" dirty="0"/>
        </a:p>
      </dsp:txBody>
      <dsp:txXfrm>
        <a:off x="405051" y="3367"/>
        <a:ext cx="2751906" cy="1651144"/>
      </dsp:txXfrm>
    </dsp:sp>
    <dsp:sp modelId="{A02F2693-921F-424D-8EC7-8A3BF23FD12A}">
      <dsp:nvSpPr>
        <dsp:cNvPr id="4" name="Rectángulo 3"/>
        <dsp:cNvSpPr/>
      </dsp:nvSpPr>
      <dsp:spPr bwMode="white">
        <a:xfrm>
          <a:off x="3432148" y="3367"/>
          <a:ext cx="2751906" cy="1651144"/>
        </a:xfrm>
        <a:prstGeom prst="rect">
          <a:avLst/>
        </a:prstGeom>
      </dsp:spPr>
      <dsp:style>
        <a:lnRef idx="2">
          <a:schemeClr val="lt1"/>
        </a:lnRef>
        <a:fillRef idx="1">
          <a:schemeClr val="accent2">
            <a:hueOff val="-30000"/>
            <a:satOff val="-13626"/>
            <a:lumOff val="-4999"/>
            <a:alpha val="100000"/>
          </a:schemeClr>
        </a:fillRef>
        <a:effectRef idx="0">
          <a:scrgbClr r="0" g="0" b="0"/>
        </a:effectRef>
        <a:fontRef idx="minor">
          <a:schemeClr val="lt1"/>
        </a:fontRef>
      </dsp:style>
      <dsp:txBody>
        <a:bodyPr lIns="163830" tIns="163830" rIns="163830" bIns="163830" anchor="ctr"/>
        <a:lstStyle>
          <a:lvl1pPr algn="ctr">
            <a:defRPr sz="4300"/>
          </a:lvl1pPr>
          <a:lvl2pPr marL="285750" indent="-285750" algn="ctr">
            <a:defRPr sz="3300"/>
          </a:lvl2pPr>
          <a:lvl3pPr marL="571500" indent="-285750" algn="ctr">
            <a:defRPr sz="3300"/>
          </a:lvl3pPr>
          <a:lvl4pPr marL="857250" indent="-285750" algn="ctr">
            <a:defRPr sz="3300"/>
          </a:lvl4pPr>
          <a:lvl5pPr marL="1143000" indent="-285750" algn="ctr">
            <a:defRPr sz="3300"/>
          </a:lvl5pPr>
          <a:lvl6pPr marL="1428750" indent="-285750" algn="ctr">
            <a:defRPr sz="3300"/>
          </a:lvl6pPr>
          <a:lvl7pPr marL="1714500" indent="-285750" algn="ctr">
            <a:defRPr sz="3300"/>
          </a:lvl7pPr>
          <a:lvl8pPr marL="2000250" indent="-285750" algn="ctr">
            <a:defRPr sz="3300"/>
          </a:lvl8pPr>
          <a:lvl9pPr marL="2286000" indent="-285750" algn="ctr">
            <a:defRPr sz="3300"/>
          </a:lvl9pPr>
        </a:lstStyle>
        <a:p>
          <a:pPr lvl="0">
            <a:lnSpc>
              <a:spcPct val="100000"/>
            </a:lnSpc>
            <a:spcBef>
              <a:spcPct val="0"/>
            </a:spcBef>
            <a:spcAft>
              <a:spcPct val="35000"/>
            </a:spcAft>
          </a:pPr>
          <a:r>
            <a:rPr lang="en-US" dirty="0" err="1"/>
            <a:t>Objetivo</a:t>
          </a:r>
          <a:r>
            <a:rPr lang="en-US" dirty="0"/>
            <a:t> General</a:t>
          </a:r>
        </a:p>
      </dsp:txBody>
      <dsp:txXfrm>
        <a:off x="3432148" y="3367"/>
        <a:ext cx="2751906" cy="1651144"/>
      </dsp:txXfrm>
    </dsp:sp>
    <dsp:sp modelId="{88DE7088-B1C3-4A84-A0C0-61A0AE678C1B}">
      <dsp:nvSpPr>
        <dsp:cNvPr id="5" name="Rectángulo 4"/>
        <dsp:cNvSpPr/>
      </dsp:nvSpPr>
      <dsp:spPr bwMode="white">
        <a:xfrm>
          <a:off x="6459245" y="3367"/>
          <a:ext cx="2751906" cy="1651144"/>
        </a:xfrm>
        <a:prstGeom prst="rect">
          <a:avLst/>
        </a:prstGeom>
      </dsp:spPr>
      <dsp:style>
        <a:lnRef idx="2">
          <a:schemeClr val="lt1"/>
        </a:lnRef>
        <a:fillRef idx="1">
          <a:schemeClr val="accent2">
            <a:hueOff val="-60000"/>
            <a:satOff val="-27254"/>
            <a:lumOff val="-9999"/>
            <a:alpha val="100000"/>
          </a:schemeClr>
        </a:fillRef>
        <a:effectRef idx="0">
          <a:scrgbClr r="0" g="0" b="0"/>
        </a:effectRef>
        <a:fontRef idx="minor">
          <a:schemeClr val="lt1"/>
        </a:fontRef>
      </dsp:style>
      <dsp:txBody>
        <a:bodyPr lIns="152400" tIns="152400" rIns="152400" bIns="152400" anchor="ctr"/>
        <a:lstStyle>
          <a:lvl1pPr algn="ctr">
            <a:defRPr sz="4300"/>
          </a:lvl1pPr>
          <a:lvl2pPr marL="285750" indent="-285750" algn="ctr">
            <a:defRPr sz="3300"/>
          </a:lvl2pPr>
          <a:lvl3pPr marL="571500" indent="-285750" algn="ctr">
            <a:defRPr sz="3300"/>
          </a:lvl3pPr>
          <a:lvl4pPr marL="857250" indent="-285750" algn="ctr">
            <a:defRPr sz="3300"/>
          </a:lvl4pPr>
          <a:lvl5pPr marL="1143000" indent="-285750" algn="ctr">
            <a:defRPr sz="3300"/>
          </a:lvl5pPr>
          <a:lvl6pPr marL="1428750" indent="-285750" algn="ctr">
            <a:defRPr sz="3300"/>
          </a:lvl6pPr>
          <a:lvl7pPr marL="1714500" indent="-285750" algn="ctr">
            <a:defRPr sz="3300"/>
          </a:lvl7pPr>
          <a:lvl8pPr marL="2000250" indent="-285750" algn="ctr">
            <a:defRPr sz="3300"/>
          </a:lvl8pPr>
          <a:lvl9pPr marL="2286000" indent="-285750" algn="ctr">
            <a:defRPr sz="3300"/>
          </a:lvl9pPr>
        </a:lstStyle>
        <a:p>
          <a:pPr lvl="0">
            <a:lnSpc>
              <a:spcPct val="100000"/>
            </a:lnSpc>
            <a:spcBef>
              <a:spcPct val="0"/>
            </a:spcBef>
            <a:spcAft>
              <a:spcPct val="35000"/>
            </a:spcAft>
          </a:pPr>
          <a:r>
            <a:rPr lang="en-US" sz="4000" dirty="0" err="1"/>
            <a:t>Objetivos</a:t>
          </a:r>
          <a:r>
            <a:rPr lang="en-US" sz="4000" dirty="0"/>
            <a:t> </a:t>
          </a:r>
          <a:r>
            <a:rPr lang="en-US" sz="4000" dirty="0" err="1"/>
            <a:t>Específicos</a:t>
          </a:r>
          <a:endParaRPr lang="en-US" sz="4000" dirty="0"/>
        </a:p>
      </dsp:txBody>
      <dsp:txXfrm>
        <a:off x="6459245" y="3367"/>
        <a:ext cx="2751906" cy="1651144"/>
      </dsp:txXfrm>
    </dsp:sp>
    <dsp:sp modelId="{DCEE0A2D-1DC7-46F2-B476-E12FC17B783B}">
      <dsp:nvSpPr>
        <dsp:cNvPr id="6" name="Rectángulo 5"/>
        <dsp:cNvSpPr/>
      </dsp:nvSpPr>
      <dsp:spPr bwMode="white">
        <a:xfrm>
          <a:off x="1198337" y="1926889"/>
          <a:ext cx="3437351" cy="1651144"/>
        </a:xfrm>
        <a:prstGeom prst="rect">
          <a:avLst/>
        </a:prstGeom>
      </dsp:spPr>
      <dsp:style>
        <a:lnRef idx="2">
          <a:schemeClr val="lt1"/>
        </a:lnRef>
        <a:fillRef idx="1">
          <a:schemeClr val="accent2">
            <a:hueOff val="-90000"/>
            <a:satOff val="-40881"/>
            <a:lumOff val="-14999"/>
            <a:alpha val="100000"/>
          </a:schemeClr>
        </a:fillRef>
        <a:effectRef idx="0">
          <a:scrgbClr r="0" g="0" b="0"/>
        </a:effectRef>
        <a:fontRef idx="minor">
          <a:schemeClr val="lt1"/>
        </a:fontRef>
      </dsp:style>
      <dsp:txBody>
        <a:bodyPr lIns="167640" tIns="167640" rIns="167640" bIns="167640" anchor="ctr"/>
        <a:lstStyle>
          <a:lvl1pPr algn="ctr">
            <a:defRPr sz="4300"/>
          </a:lvl1pPr>
          <a:lvl2pPr marL="285750" indent="-285750" algn="ctr">
            <a:defRPr sz="3300"/>
          </a:lvl2pPr>
          <a:lvl3pPr marL="571500" indent="-285750" algn="ctr">
            <a:defRPr sz="3300"/>
          </a:lvl3pPr>
          <a:lvl4pPr marL="857250" indent="-285750" algn="ctr">
            <a:defRPr sz="3300"/>
          </a:lvl4pPr>
          <a:lvl5pPr marL="1143000" indent="-285750" algn="ctr">
            <a:defRPr sz="3300"/>
          </a:lvl5pPr>
          <a:lvl6pPr marL="1428750" indent="-285750" algn="ctr">
            <a:defRPr sz="3300"/>
          </a:lvl6pPr>
          <a:lvl7pPr marL="1714500" indent="-285750" algn="ctr">
            <a:defRPr sz="3300"/>
          </a:lvl7pPr>
          <a:lvl8pPr marL="2000250" indent="-285750" algn="ctr">
            <a:defRPr sz="3300"/>
          </a:lvl8pPr>
          <a:lvl9pPr marL="2286000" indent="-285750" algn="ctr">
            <a:defRPr sz="3300"/>
          </a:lvl9pPr>
        </a:lstStyle>
        <a:p>
          <a:pPr lvl="0">
            <a:lnSpc>
              <a:spcPct val="100000"/>
            </a:lnSpc>
            <a:spcBef>
              <a:spcPct val="0"/>
            </a:spcBef>
            <a:spcAft>
              <a:spcPct val="35000"/>
            </a:spcAft>
          </a:pPr>
          <a:r>
            <a:rPr lang="en-US" sz="4400" dirty="0" err="1"/>
            <a:t>Alcance</a:t>
          </a:r>
          <a:r>
            <a:rPr lang="en-US" sz="4400" dirty="0"/>
            <a:t> y </a:t>
          </a:r>
          <a:r>
            <a:rPr lang="en-US" sz="4400" dirty="0" err="1"/>
            <a:t>Delimitación</a:t>
          </a:r>
          <a:endParaRPr lang="en-US" sz="4400" dirty="0"/>
        </a:p>
      </dsp:txBody>
      <dsp:txXfrm>
        <a:off x="1198337" y="1926889"/>
        <a:ext cx="3437351" cy="1651144"/>
      </dsp:txXfrm>
    </dsp:sp>
    <dsp:sp modelId="{9452AD3B-DF48-4B65-8B3A-F78F98BB33B0}">
      <dsp:nvSpPr>
        <dsp:cNvPr id="7" name="Rectángulo 6"/>
        <dsp:cNvSpPr/>
      </dsp:nvSpPr>
      <dsp:spPr bwMode="white">
        <a:xfrm>
          <a:off x="4910879" y="1926889"/>
          <a:ext cx="3504278" cy="1651144"/>
        </a:xfrm>
        <a:prstGeom prst="rect">
          <a:avLst/>
        </a:prstGeom>
      </dsp:spPr>
      <dsp:style>
        <a:lnRef idx="2">
          <a:schemeClr val="lt1"/>
        </a:lnRef>
        <a:fillRef idx="1">
          <a:schemeClr val="accent2">
            <a:hueOff val="-120000"/>
            <a:satOff val="-54509"/>
            <a:lumOff val="-19999"/>
            <a:alpha val="100000"/>
          </a:schemeClr>
        </a:fillRef>
        <a:effectRef idx="0">
          <a:scrgbClr r="0" g="0" b="0"/>
        </a:effectRef>
        <a:fontRef idx="minor">
          <a:schemeClr val="lt1"/>
        </a:fontRef>
      </dsp:style>
      <dsp:txBody>
        <a:bodyPr lIns="163830" tIns="163830" rIns="163830" bIns="163830" anchor="ctr"/>
        <a:lstStyle>
          <a:lvl1pPr algn="ctr">
            <a:defRPr sz="4300"/>
          </a:lvl1pPr>
          <a:lvl2pPr marL="285750" indent="-285750" algn="ctr">
            <a:defRPr sz="3300"/>
          </a:lvl2pPr>
          <a:lvl3pPr marL="571500" indent="-285750" algn="ctr">
            <a:defRPr sz="3300"/>
          </a:lvl3pPr>
          <a:lvl4pPr marL="857250" indent="-285750" algn="ctr">
            <a:defRPr sz="3300"/>
          </a:lvl4pPr>
          <a:lvl5pPr marL="1143000" indent="-285750" algn="ctr">
            <a:defRPr sz="3300"/>
          </a:lvl5pPr>
          <a:lvl6pPr marL="1428750" indent="-285750" algn="ctr">
            <a:defRPr sz="3300"/>
          </a:lvl6pPr>
          <a:lvl7pPr marL="1714500" indent="-285750" algn="ctr">
            <a:defRPr sz="3300"/>
          </a:lvl7pPr>
          <a:lvl8pPr marL="2000250" indent="-285750" algn="ctr">
            <a:defRPr sz="3300"/>
          </a:lvl8pPr>
          <a:lvl9pPr marL="2286000" indent="-285750" algn="ctr">
            <a:defRPr sz="3300"/>
          </a:lvl9pPr>
        </a:lstStyle>
        <a:p>
          <a:pPr lvl="0">
            <a:lnSpc>
              <a:spcPct val="100000"/>
            </a:lnSpc>
            <a:spcBef>
              <a:spcPct val="0"/>
            </a:spcBef>
            <a:spcAft>
              <a:spcPct val="35000"/>
            </a:spcAft>
          </a:pPr>
          <a:r>
            <a:rPr lang="en-US" dirty="0" err="1"/>
            <a:t>Jutificación</a:t>
          </a:r>
          <a:endParaRPr lang="en-US" dirty="0"/>
        </a:p>
      </dsp:txBody>
      <dsp:txXfrm>
        <a:off x="4910879" y="1926889"/>
        <a:ext cx="3504278" cy="165114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16A3B2-2210-426D-AC6B-98C3D5FB0053}" type="datetimeFigureOut">
              <a:rPr lang="es-CO" smtClean="0"/>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D3DDA3-0708-45DB-B3CF-055CDDAE7E5B}" type="slidenum">
              <a:rPr lang="es-CO" smtClean="0"/>
            </a:fld>
            <a:endParaRPr lang="es-C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Diapositiva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s-ES"/>
              <a:t>Haga clic para modificar el estilo de título del patrón</a:t>
            </a:r>
            <a:endParaRPr lang="en-US" dirty="0"/>
          </a:p>
        </p:txBody>
      </p:sp>
      <p:sp>
        <p:nvSpPr>
          <p:cNvPr id="3" name="Subtitle 2"/>
          <p:cNvSpPr>
            <a:spLocks noGrp="1"/>
          </p:cNvSpPr>
          <p:nvPr>
            <p:ph type="subTitle" idx="1" hasCustomPrompt="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hasCustomPrompt="1"/>
          </p:nvPr>
        </p:nvSpPr>
        <p:spPr/>
        <p:txBody>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Encabezado de secció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endParaRPr lang="es-ES"/>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sz="half" idx="1" hasCustomPrompt="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Content Placeholder 3"/>
          <p:cNvSpPr>
            <a:spLocks noGrp="1"/>
          </p:cNvSpPr>
          <p:nvPr>
            <p:ph sz="half" idx="2" hasCustomPrompt="1"/>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s-ES"/>
              <a:t>Haga clic para modificar el estilo de título del patrón</a:t>
            </a:r>
            <a:endParaRPr lang="en-US" dirty="0"/>
          </a:p>
        </p:txBody>
      </p:sp>
      <p:sp>
        <p:nvSpPr>
          <p:cNvPr id="3" name="Text Placeholder 2"/>
          <p:cNvSpPr>
            <a:spLocks noGrp="1"/>
          </p:cNvSpPr>
          <p:nvPr>
            <p:ph type="body" idx="1" hasCustomPrompt="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endParaRPr lang="es-ES"/>
          </a:p>
        </p:txBody>
      </p:sp>
      <p:sp>
        <p:nvSpPr>
          <p:cNvPr id="4" name="Content Placeholder 3"/>
          <p:cNvSpPr>
            <a:spLocks noGrp="1"/>
          </p:cNvSpPr>
          <p:nvPr>
            <p:ph sz="half" idx="2" hasCustomPrompt="1"/>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5" name="Text Placeholder 4"/>
          <p:cNvSpPr>
            <a:spLocks noGrp="1"/>
          </p:cNvSpPr>
          <p:nvPr>
            <p:ph type="body" sz="quarter" idx="3" hasCustomPrompt="1"/>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endParaRPr lang="es-ES"/>
          </a:p>
        </p:txBody>
      </p:sp>
      <p:sp>
        <p:nvSpPr>
          <p:cNvPr id="6" name="Content Placeholder 5"/>
          <p:cNvSpPr>
            <a:spLocks noGrp="1"/>
          </p:cNvSpPr>
          <p:nvPr>
            <p:ph sz="quarter" idx="4" hasCustomPrompt="1"/>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ido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s-ES"/>
              <a:t>Haga clic para modificar el estilo de título del patrón</a:t>
            </a:r>
            <a:endParaRPr lang="en-US" dirty="0"/>
          </a:p>
        </p:txBody>
      </p:sp>
      <p:sp>
        <p:nvSpPr>
          <p:cNvPr id="3" name="Content Placeholder 2"/>
          <p:cNvSpPr>
            <a:spLocks noGrp="1"/>
          </p:cNvSpPr>
          <p:nvPr>
            <p:ph idx="1" hasCustomPrompt="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Text Placeholder 3"/>
          <p:cNvSpPr>
            <a:spLocks noGrp="1"/>
          </p:cNvSpPr>
          <p:nvPr>
            <p:ph type="body" sz="half" idx="2" hasCustomPrompt="1"/>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endParaRPr lang="es-ES"/>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Imagen con título">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hasCustomPrompt="1"/>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endParaRPr lang="es-ES"/>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hasCustomPrompt="1"/>
          </p:nvPr>
        </p:nvSpPr>
        <p:spPr>
          <a:xfrm>
            <a:off x="1371600" y="2295525"/>
            <a:ext cx="9601200" cy="3571875"/>
          </a:xfrm>
        </p:spPr>
        <p:txBody>
          <a:bodyPr vert="eaVert"/>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hasCustomPrompt="1"/>
          </p:nvPr>
        </p:nvSpPr>
        <p:spPr>
          <a:xfrm>
            <a:off x="1371600" y="624156"/>
            <a:ext cx="8179641" cy="5243244"/>
          </a:xfrm>
        </p:spPr>
        <p:txBody>
          <a:bodyPr vert="eaVert"/>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s-ES"/>
              <a:t>Haga clic para modificar los estilos de texto del patrón</a:t>
            </a:r>
            <a:endParaRPr lang="es-ES"/>
          </a:p>
          <a:p>
            <a:pPr lvl="1"/>
            <a:r>
              <a:rPr lang="es-ES"/>
              <a:t>Segundo nivel</a:t>
            </a:r>
            <a:endParaRPr lang="es-ES"/>
          </a:p>
          <a:p>
            <a:pPr lvl="2"/>
            <a:r>
              <a:rPr lang="es-ES"/>
              <a:t>Tercer nivel</a:t>
            </a:r>
            <a:endParaRPr lang="es-ES"/>
          </a:p>
          <a:p>
            <a:pPr lvl="3"/>
            <a:r>
              <a:rPr lang="es-ES"/>
              <a:t>Cuarto nivel</a:t>
            </a:r>
            <a:endParaRPr lang="es-ES"/>
          </a:p>
          <a:p>
            <a:pPr lvl="4"/>
            <a:r>
              <a:rPr lang="es-ES"/>
              <a:t>Quinto nivel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175" indent="-384175"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sv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svg"/><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CO" dirty="0" err="1"/>
              <a:t>DLYTime</a:t>
            </a:r>
            <a:endParaRPr lang="es-CO" dirty="0"/>
          </a:p>
        </p:txBody>
      </p:sp>
      <p:sp>
        <p:nvSpPr>
          <p:cNvPr id="3" name="Subtítulo 2"/>
          <p:cNvSpPr>
            <a:spLocks noGrp="1"/>
          </p:cNvSpPr>
          <p:nvPr>
            <p:ph type="subTitle" idx="1"/>
          </p:nvPr>
        </p:nvSpPr>
        <p:spPr/>
        <p:txBody>
          <a:bodyPr>
            <a:normAutofit fontScale="70000" lnSpcReduction="20000"/>
          </a:bodyPr>
          <a:lstStyle/>
          <a:p>
            <a:r>
              <a:rPr lang="es-CO" dirty="0"/>
              <a:t>Kevin Aroca</a:t>
            </a:r>
            <a:endParaRPr lang="es-CO" dirty="0"/>
          </a:p>
          <a:p>
            <a:r>
              <a:rPr lang="es-CO" dirty="0"/>
              <a:t>Sebastián Rodríguez</a:t>
            </a:r>
            <a:endParaRPr lang="es-CO" dirty="0"/>
          </a:p>
          <a:p>
            <a:r>
              <a:rPr lang="es-CO" dirty="0"/>
              <a:t>Gerson Corredor</a:t>
            </a:r>
            <a:endParaRPr lang="es-CO" dirty="0"/>
          </a:p>
          <a:p>
            <a:r>
              <a:rPr lang="es-CO" dirty="0"/>
              <a:t>Samuel Prieto</a:t>
            </a:r>
            <a:endParaRPr lang="es-CO"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371600" y="685800"/>
            <a:ext cx="9601200" cy="1485900"/>
          </a:xfrm>
        </p:spPr>
        <p:txBody>
          <a:bodyPr>
            <a:normAutofit/>
          </a:bodyPr>
          <a:lstStyle/>
          <a:p>
            <a:r>
              <a:rPr lang="es-CO" dirty="0"/>
              <a:t>Tabla de contenido</a:t>
            </a:r>
            <a:endParaRPr lang="es-CO" dirty="0"/>
          </a:p>
        </p:txBody>
      </p:sp>
      <p:sp>
        <p:nvSpPr>
          <p:cNvPr id="5" name="Marcador de contenido 2"/>
          <p:cNvSpPr txBox="1"/>
          <p:nvPr/>
        </p:nvSpPr>
        <p:spPr>
          <a:xfrm>
            <a:off x="4647268" y="2927081"/>
            <a:ext cx="1188720" cy="508380"/>
          </a:xfrm>
          <a:prstGeom prst="rect">
            <a:avLst/>
          </a:prstGeom>
        </p:spPr>
        <p:txBody>
          <a:bodyPr vert="horz" lIns="91440" tIns="45720" rIns="91440" bIns="45720" rtlCol="0">
            <a:normAutofit/>
          </a:bodyPr>
          <a:lstStyle>
            <a:lvl1pPr marL="384175" indent="-384175"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175"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Font typeface="Franklin Gothic Book" panose="020B0503020102020204" pitchFamily="34" charset="0"/>
              <a:buNone/>
            </a:pPr>
            <a:endParaRPr lang="es-CO" dirty="0"/>
          </a:p>
        </p:txBody>
      </p:sp>
      <p:graphicFrame>
        <p:nvGraphicFramePr>
          <p:cNvPr id="14" name="Marcador de contenido 2"/>
          <p:cNvGraphicFramePr>
            <a:graphicFrameLocks noGrp="1"/>
          </p:cNvGraphicFramePr>
          <p:nvPr>
            <p:ph idx="1"/>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3094997" y="107138"/>
            <a:ext cx="8361229" cy="2098226"/>
          </a:xfrm>
        </p:spPr>
        <p:txBody>
          <a:bodyPr/>
          <a:lstStyle/>
          <a:p>
            <a:r>
              <a:rPr lang="es-CO" b="0" i="0" dirty="0">
                <a:effectLst/>
                <a:latin typeface="gg sans"/>
              </a:rPr>
              <a:t>¿Cuál es el problema?</a:t>
            </a:r>
            <a:endParaRPr lang="es-CO" dirty="0"/>
          </a:p>
        </p:txBody>
      </p:sp>
      <p:sp>
        <p:nvSpPr>
          <p:cNvPr id="3" name="Subtítulo 2"/>
          <p:cNvSpPr>
            <a:spLocks noGrp="1"/>
          </p:cNvSpPr>
          <p:nvPr>
            <p:ph type="subTitle" idx="1"/>
          </p:nvPr>
        </p:nvSpPr>
        <p:spPr>
          <a:xfrm>
            <a:off x="1559029" y="2342763"/>
            <a:ext cx="8499371" cy="1086237"/>
          </a:xfrm>
        </p:spPr>
        <p:txBody>
          <a:bodyPr>
            <a:noAutofit/>
          </a:bodyPr>
          <a:lstStyle/>
          <a:p>
            <a:pPr algn="just"/>
            <a:r>
              <a:rPr lang="es-ES" sz="1600" b="0" i="0" dirty="0" err="1">
                <a:effectLst/>
                <a:latin typeface="gg sans"/>
              </a:rPr>
              <a:t>tusLentes</a:t>
            </a:r>
            <a:r>
              <a:rPr lang="es-ES" sz="1600" b="0" i="0" dirty="0">
                <a:effectLst/>
                <a:latin typeface="gg sans"/>
              </a:rPr>
              <a:t> Shop es un negocio ubicado en la localidad de Kennedy, especializado en brindar servicios de asesoría y venta de artículos para la vista. A través de las técnicas de levantamiento de información, se identificó un problema: agendan sus citas por redes sociales y medios físicos (cuadernos y libretas). Sin embargo, estos procesos no son eficientes en el agendamiento. En WhatsApp, se pueden borrar los mensajes, y las anotaciones en un cuaderno se pueden extraviar o incluso dañar, lo que resulta en la pérdida de información. En una ocasión, un empleado se confundió al llamar al cliente para avisarle sobre la cita. Más tarde, dos clientes llegaron a la misma hora, generando confusión entre ellos. Uno de los clientes se quejó por la mala administración de las citas, lo que llevó a cancelar la cita con ellos.</a:t>
            </a:r>
            <a:endParaRPr lang="es-CO"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3830771" y="-623664"/>
            <a:ext cx="8361229" cy="2098226"/>
          </a:xfrm>
        </p:spPr>
        <p:txBody>
          <a:bodyPr/>
          <a:lstStyle/>
          <a:p>
            <a:r>
              <a:rPr lang="es-CO" dirty="0"/>
              <a:t>Objetivo general</a:t>
            </a:r>
            <a:endParaRPr lang="es-CO" dirty="0"/>
          </a:p>
        </p:txBody>
      </p:sp>
      <p:sp>
        <p:nvSpPr>
          <p:cNvPr id="3" name="Subtítulo 2"/>
          <p:cNvSpPr>
            <a:spLocks noGrp="1"/>
          </p:cNvSpPr>
          <p:nvPr>
            <p:ph type="subTitle" idx="1"/>
          </p:nvPr>
        </p:nvSpPr>
        <p:spPr>
          <a:xfrm>
            <a:off x="2680163" y="2342763"/>
            <a:ext cx="6831673" cy="1086237"/>
          </a:xfrm>
        </p:spPr>
        <p:txBody>
          <a:bodyPr>
            <a:normAutofit fontScale="92500" lnSpcReduction="10000"/>
          </a:bodyPr>
          <a:lstStyle/>
          <a:p>
            <a:r>
              <a:rPr lang="es-ES" b="0" i="0" dirty="0">
                <a:effectLst/>
                <a:latin typeface="gg sans"/>
              </a:rPr>
              <a:t>Desarrollar un sistema de información orientado al agendamiento de citas con el fin de mejorar la gestión de clientes en el negocio </a:t>
            </a:r>
            <a:r>
              <a:rPr lang="es-ES" b="0" i="0" dirty="0" err="1">
                <a:effectLst/>
                <a:latin typeface="gg sans"/>
              </a:rPr>
              <a:t>tusLentes</a:t>
            </a:r>
            <a:r>
              <a:rPr lang="es-ES" b="0" i="0" dirty="0">
                <a:effectLst/>
                <a:latin typeface="gg sans"/>
              </a:rPr>
              <a:t> shop.</a:t>
            </a:r>
            <a:endParaRPr lang="es-CO"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3183037" y="-588939"/>
            <a:ext cx="9182583" cy="2098226"/>
          </a:xfrm>
        </p:spPr>
        <p:txBody>
          <a:bodyPr/>
          <a:lstStyle/>
          <a:p>
            <a:r>
              <a:rPr lang="es-CO" sz="5400" dirty="0"/>
              <a:t>Objetivos Específicos</a:t>
            </a:r>
            <a:endParaRPr lang="es-CO" sz="5400" dirty="0"/>
          </a:p>
        </p:txBody>
      </p:sp>
      <p:sp>
        <p:nvSpPr>
          <p:cNvPr id="4" name="Google Shape;193;g1f39dcf72fa_0_12"/>
          <p:cNvSpPr txBox="1"/>
          <p:nvPr/>
        </p:nvSpPr>
        <p:spPr>
          <a:xfrm>
            <a:off x="1527858" y="1305362"/>
            <a:ext cx="7523544" cy="4244975"/>
          </a:xfrm>
          <a:prstGeom prst="rect">
            <a:avLst/>
          </a:prstGeom>
          <a:noFill/>
          <a:ln>
            <a:noFill/>
          </a:ln>
        </p:spPr>
        <p:txBody>
          <a:bodyPr spcFirstLastPara="1" wrap="square" lIns="91425" tIns="45700" rIns="91425" bIns="45700" anchor="t" anchorCtr="0">
            <a:spAutoFit/>
          </a:bodyPr>
          <a:lstStyle/>
          <a:p>
            <a:pPr marL="457200" marR="0" lvl="0" indent="0" algn="just" rtl="0">
              <a:lnSpc>
                <a:spcPct val="100000"/>
              </a:lnSpc>
              <a:spcBef>
                <a:spcPts val="0"/>
              </a:spcBef>
              <a:spcAft>
                <a:spcPts val="0"/>
              </a:spcAft>
              <a:buClr>
                <a:srgbClr val="000000"/>
              </a:buClr>
              <a:buSzPts val="2400"/>
              <a:buFont typeface="Arial" panose="020B0604020202020204"/>
              <a:buNone/>
            </a:pPr>
            <a:endParaRPr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381000" algn="just" rtl="0">
              <a:lnSpc>
                <a:spcPct val="100000"/>
              </a:lnSpc>
              <a:spcBef>
                <a:spcPts val="0"/>
              </a:spcBef>
              <a:spcAft>
                <a:spcPts val="0"/>
              </a:spcAft>
              <a:buClr>
                <a:schemeClr val="dk1"/>
              </a:buClr>
              <a:buSzPts val="2400"/>
              <a:buFont typeface="Arial" panose="020B0604020202020204"/>
              <a:buChar char="-"/>
            </a:pPr>
            <a:r>
              <a:rPr lang="es-CO" b="0" i="0" u="none" strike="noStrike" cap="none" dirty="0">
                <a:solidFill>
                  <a:schemeClr val="dk1"/>
                </a:solidFill>
                <a:latin typeface="Arial" panose="020B0604020202020204"/>
                <a:ea typeface="Arial" panose="020B0604020202020204"/>
                <a:cs typeface="Arial" panose="020B0604020202020204"/>
                <a:sym typeface="Arial" panose="020B0604020202020204"/>
              </a:rPr>
              <a:t>Desarrollar un apartado de citas para registrar encuentros y permitir su consulta, modificación en su estado y datos pertinentes.</a:t>
            </a:r>
            <a:endParaRPr lang="es-CO"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381000" algn="just" rtl="0">
              <a:lnSpc>
                <a:spcPct val="100000"/>
              </a:lnSpc>
              <a:spcBef>
                <a:spcPts val="0"/>
              </a:spcBef>
              <a:spcAft>
                <a:spcPts val="0"/>
              </a:spcAft>
              <a:buClr>
                <a:schemeClr val="dk1"/>
              </a:buClr>
              <a:buSzPts val="2400"/>
              <a:buFont typeface="Arial" panose="020B0604020202020204"/>
              <a:buChar char="-"/>
            </a:pPr>
            <a:endParaRPr lang="es-CO"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381000" algn="just" rtl="0">
              <a:lnSpc>
                <a:spcPct val="100000"/>
              </a:lnSpc>
              <a:spcBef>
                <a:spcPts val="0"/>
              </a:spcBef>
              <a:spcAft>
                <a:spcPts val="0"/>
              </a:spcAft>
              <a:buClr>
                <a:schemeClr val="dk1"/>
              </a:buClr>
              <a:buSzPts val="2400"/>
              <a:buFont typeface="Arial" panose="020B0604020202020204"/>
              <a:buChar char="-"/>
            </a:pPr>
            <a:r>
              <a:rPr lang="es-CO" dirty="0">
                <a:solidFill>
                  <a:schemeClr val="dk1"/>
                </a:solidFill>
                <a:latin typeface="Arial" panose="020B0604020202020204"/>
                <a:ea typeface="Arial" panose="020B0604020202020204"/>
                <a:cs typeface="Arial" panose="020B0604020202020204"/>
                <a:sym typeface="Arial" panose="020B0604020202020204"/>
              </a:rPr>
              <a:t>Implementar un calendario dinámico para el agendamiento de encuentros, permitiendo la visualización de horarios disponibles y su actualización en tiempo real.</a:t>
            </a:r>
            <a:endParaRPr lang="es-CO"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381000" algn="just" rtl="0">
              <a:lnSpc>
                <a:spcPct val="100000"/>
              </a:lnSpc>
              <a:spcBef>
                <a:spcPts val="0"/>
              </a:spcBef>
              <a:spcAft>
                <a:spcPts val="0"/>
              </a:spcAft>
              <a:buClr>
                <a:schemeClr val="dk1"/>
              </a:buClr>
              <a:buSzPts val="2400"/>
              <a:buFont typeface="Arial" panose="020B0604020202020204"/>
              <a:buChar char="-"/>
            </a:pPr>
            <a:endParaRPr lang="es-CO"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381000" algn="just" rtl="0">
              <a:lnSpc>
                <a:spcPct val="100000"/>
              </a:lnSpc>
              <a:spcBef>
                <a:spcPts val="0"/>
              </a:spcBef>
              <a:spcAft>
                <a:spcPts val="0"/>
              </a:spcAft>
              <a:buClr>
                <a:schemeClr val="dk1"/>
              </a:buClr>
              <a:buSzPts val="2400"/>
              <a:buFont typeface="Arial" panose="020B0604020202020204"/>
              <a:buChar char="-"/>
            </a:pPr>
            <a:r>
              <a:rPr lang="es-CO" dirty="0">
                <a:solidFill>
                  <a:schemeClr val="dk1"/>
                </a:solidFill>
                <a:latin typeface="Arial" panose="020B0604020202020204"/>
                <a:ea typeface="Arial" panose="020B0604020202020204"/>
                <a:cs typeface="Arial" panose="020B0604020202020204"/>
                <a:sym typeface="Arial" panose="020B0604020202020204"/>
              </a:rPr>
              <a:t>Desarrollar un módulo de gestión de los clientes permitiendo el registro de usuarios, modificación, consulta y acceso al historial clínico de los clientes.</a:t>
            </a:r>
            <a:endParaRPr lang="es-CO"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381000" algn="just" rtl="0">
              <a:lnSpc>
                <a:spcPct val="100000"/>
              </a:lnSpc>
              <a:spcBef>
                <a:spcPts val="0"/>
              </a:spcBef>
              <a:spcAft>
                <a:spcPts val="0"/>
              </a:spcAft>
              <a:buClr>
                <a:schemeClr val="dk1"/>
              </a:buClr>
              <a:buSzPts val="2400"/>
              <a:buFont typeface="Arial" panose="020B0604020202020204"/>
              <a:buChar char="-"/>
            </a:pPr>
            <a:r>
              <a:rPr lang="en-US" altLang="es-ES" dirty="0">
                <a:solidFill>
                  <a:schemeClr val="dk1"/>
                </a:solidFill>
                <a:latin typeface="Arial" panose="020B0604020202020204"/>
                <a:ea typeface="Arial" panose="020B0604020202020204"/>
                <a:cs typeface="Arial" panose="020B0604020202020204"/>
                <a:sym typeface="Arial" panose="020B0604020202020204"/>
              </a:rPr>
              <a:t>Implementar un m</a:t>
            </a:r>
            <a:r>
              <a:rPr lang="en-US" altLang="en-US" dirty="0">
                <a:solidFill>
                  <a:schemeClr val="dk1"/>
                </a:solidFill>
                <a:latin typeface="Arial" panose="020B0604020202020204"/>
                <a:ea typeface="Arial" panose="020B0604020202020204"/>
                <a:cs typeface="Arial" panose="020B0604020202020204"/>
                <a:sym typeface="Arial" panose="020B0604020202020204"/>
              </a:rPr>
              <a:t>ó</a:t>
            </a:r>
            <a:r>
              <a:rPr lang="en-US" altLang="es-ES" dirty="0">
                <a:solidFill>
                  <a:schemeClr val="dk1"/>
                </a:solidFill>
                <a:latin typeface="Arial" panose="020B0604020202020204"/>
                <a:ea typeface="Arial" panose="020B0604020202020204"/>
                <a:cs typeface="Arial" panose="020B0604020202020204"/>
                <a:sym typeface="Arial" panose="020B0604020202020204"/>
              </a:rPr>
              <a:t>dulo que permita gestionar los datos del personal, habilitando operaciones de registro, consulta y edici</a:t>
            </a:r>
            <a:r>
              <a:rPr lang="en-US" altLang="en-US" dirty="0">
                <a:solidFill>
                  <a:schemeClr val="dk1"/>
                </a:solidFill>
                <a:latin typeface="Arial" panose="020B0604020202020204"/>
                <a:ea typeface="Arial" panose="020B0604020202020204"/>
                <a:cs typeface="Arial" panose="020B0604020202020204"/>
                <a:sym typeface="Arial" panose="020B0604020202020204"/>
              </a:rPr>
              <a:t>ó</a:t>
            </a:r>
            <a:r>
              <a:rPr lang="en-US" altLang="es-ES" dirty="0">
                <a:solidFill>
                  <a:schemeClr val="dk1"/>
                </a:solidFill>
                <a:latin typeface="Arial" panose="020B0604020202020204"/>
                <a:ea typeface="Arial" panose="020B0604020202020204"/>
                <a:cs typeface="Arial" panose="020B0604020202020204"/>
                <a:sym typeface="Arial" panose="020B0604020202020204"/>
              </a:rPr>
              <a:t>n, asociando a cada empleado un </a:t>
            </a:r>
            <a:r>
              <a:rPr lang="en-US" altLang="en-US" dirty="0">
                <a:solidFill>
                  <a:schemeClr val="dk1"/>
                </a:solidFill>
                <a:latin typeface="Arial" panose="020B0604020202020204"/>
                <a:ea typeface="Arial" panose="020B0604020202020204"/>
                <a:cs typeface="Arial" panose="020B0604020202020204"/>
                <a:sym typeface="Arial" panose="020B0604020202020204"/>
              </a:rPr>
              <a:t>ú</a:t>
            </a:r>
            <a:r>
              <a:rPr lang="en-US" altLang="es-ES" dirty="0">
                <a:solidFill>
                  <a:schemeClr val="dk1"/>
                </a:solidFill>
                <a:latin typeface="Arial" panose="020B0604020202020204"/>
                <a:ea typeface="Arial" panose="020B0604020202020204"/>
                <a:cs typeface="Arial" panose="020B0604020202020204"/>
                <a:sym typeface="Arial" panose="020B0604020202020204"/>
              </a:rPr>
              <a:t>nico rol</a:t>
            </a:r>
            <a:r>
              <a:rPr lang="es-CO" dirty="0">
                <a:solidFill>
                  <a:schemeClr val="dk1"/>
                </a:solidFill>
                <a:latin typeface="Arial" panose="020B0604020202020204"/>
                <a:ea typeface="Arial" panose="020B0604020202020204"/>
                <a:cs typeface="Arial" panose="020B0604020202020204"/>
                <a:sym typeface="Arial" panose="020B0604020202020204"/>
              </a:rPr>
              <a:t>   </a:t>
            </a:r>
            <a:endParaRPr lang="es-CO"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381000" algn="just" rtl="0">
              <a:lnSpc>
                <a:spcPct val="100000"/>
              </a:lnSpc>
              <a:spcBef>
                <a:spcPts val="0"/>
              </a:spcBef>
              <a:spcAft>
                <a:spcPts val="0"/>
              </a:spcAft>
              <a:buClr>
                <a:schemeClr val="dk1"/>
              </a:buClr>
              <a:buSzPts val="2400"/>
              <a:buFont typeface="Arial" panose="020B0604020202020204"/>
              <a:buChar char="-"/>
            </a:pPr>
            <a:endParaRPr lang="es-CO" b="0" i="0" u="none" strike="noStrike" cap="none" dirty="0">
              <a:solidFill>
                <a:schemeClr val="dk1"/>
              </a:solidFill>
              <a:latin typeface="Arial" panose="020B0604020202020204" pitchFamily="34" charset="0"/>
              <a:ea typeface="Arial" panose="020B0604020202020204"/>
              <a:cs typeface="Arial" panose="020B0604020202020204" pitchFamily="34" charset="0"/>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784743" y="685800"/>
            <a:ext cx="5958837" cy="1485900"/>
          </a:xfrm>
        </p:spPr>
        <p:txBody>
          <a:bodyPr>
            <a:normAutofit/>
          </a:bodyPr>
          <a:lstStyle/>
          <a:p>
            <a:r>
              <a:rPr lang="es-CO" dirty="0"/>
              <a:t>Alcance y Delimitación</a:t>
            </a:r>
            <a:endParaRPr lang="es-CO" dirty="0"/>
          </a:p>
        </p:txBody>
      </p:sp>
      <p:sp>
        <p:nvSpPr>
          <p:cNvPr id="3" name="Marcador de contenido 2"/>
          <p:cNvSpPr>
            <a:spLocks noGrp="1"/>
          </p:cNvSpPr>
          <p:nvPr>
            <p:ph idx="1"/>
          </p:nvPr>
        </p:nvSpPr>
        <p:spPr>
          <a:xfrm>
            <a:off x="784743" y="2286000"/>
            <a:ext cx="5958837" cy="3581400"/>
          </a:xfrm>
        </p:spPr>
        <p:txBody>
          <a:bodyPr>
            <a:normAutofit/>
          </a:bodyPr>
          <a:lstStyle/>
          <a:p>
            <a:pPr algn="just"/>
            <a:r>
              <a:rPr lang="es-CO" sz="1700" b="0" i="0" u="none" strike="noStrike" dirty="0">
                <a:effectLst/>
                <a:latin typeface="Arial" panose="020B0604020202020204" pitchFamily="34" charset="0"/>
              </a:rPr>
              <a:t>El aplicativo se centrará en las áreas de programación de citas y gestión de registros como principal función. Los resultados esperados incluyen un aplicativo diseñado para los empleados de la óptica y los clientes de esta. Los participantes en el proyecto incluyen a los integrantes del equipo de desarrollo y a la óptica. El aplicativo estará exclusivamente diseñado para el negocio en cuestión. Se requerirán recursos como licencias de software y un equipo de desarrollo con habilidades técnicas, y el proyecto estará sujeto a un plazo determinado de 6 trimestres para su desarrollo.</a:t>
            </a:r>
            <a:endParaRPr lang="es-CO" sz="1700" dirty="0"/>
          </a:p>
        </p:txBody>
      </p:sp>
      <p:sp>
        <p:nvSpPr>
          <p:cNvPr id="12" name="Rectangle 11"/>
          <p:cNvSpPr>
            <a:spLocks noGrp="1" noRot="1" noChangeAspect="1" noMove="1" noResize="1" noEditPoints="1" noAdjustHandles="1" noChangeArrowheads="1" noChangeShapeType="1" noTextEdit="1"/>
          </p:cNvSpPr>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pic>
        <p:nvPicPr>
          <p:cNvPr id="7" name="Graphic 6" descr="Daily Calendar"/>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252340" y="1778834"/>
            <a:ext cx="3299579" cy="32995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5100824" y="685800"/>
            <a:ext cx="6176776" cy="1485900"/>
          </a:xfrm>
        </p:spPr>
        <p:txBody>
          <a:bodyPr>
            <a:normAutofit/>
          </a:bodyPr>
          <a:lstStyle/>
          <a:p>
            <a:r>
              <a:rPr lang="es-CO" dirty="0"/>
              <a:t>Justificación</a:t>
            </a:r>
            <a:endParaRPr lang="es-CO" dirty="0"/>
          </a:p>
        </p:txBody>
      </p:sp>
      <p:pic>
        <p:nvPicPr>
          <p:cNvPr id="7" name="Graphic 6" descr="Sobre"/>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4276" y="1881930"/>
            <a:ext cx="3093388" cy="3093388"/>
          </a:xfrm>
          <a:prstGeom prst="rect">
            <a:avLst/>
          </a:prstGeom>
        </p:spPr>
      </p:pic>
      <p:sp>
        <p:nvSpPr>
          <p:cNvPr id="12" name="Rectangle 11"/>
          <p:cNvSpPr>
            <a:spLocks noGrp="1" noRot="1" noChangeAspect="1" noMove="1" noResize="1" noEditPoints="1" noAdjustHandles="1" noChangeArrowheads="1" noChangeShapeType="1" noTextEdit="1"/>
          </p:cNvSpPr>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CO"/>
          </a:p>
        </p:txBody>
      </p:sp>
      <p:sp>
        <p:nvSpPr>
          <p:cNvPr id="3" name="Marcador de contenido 2"/>
          <p:cNvSpPr>
            <a:spLocks noGrp="1"/>
          </p:cNvSpPr>
          <p:nvPr>
            <p:ph idx="1"/>
          </p:nvPr>
        </p:nvSpPr>
        <p:spPr>
          <a:xfrm>
            <a:off x="5100824" y="2286000"/>
            <a:ext cx="6176776" cy="3581400"/>
          </a:xfrm>
        </p:spPr>
        <p:txBody>
          <a:bodyPr>
            <a:normAutofit/>
          </a:bodyPr>
          <a:lstStyle/>
          <a:p>
            <a:pPr algn="just"/>
            <a:r>
              <a:rPr lang="es-CO" b="0" i="0" u="none" strike="noStrike" dirty="0">
                <a:effectLst/>
                <a:latin typeface="Arial" panose="020B0604020202020204" pitchFamily="34" charset="0"/>
              </a:rPr>
              <a:t>Se opta por crear un sistema de agendamiento de citas puesto se observo que en la óptica hay problemas para agendar citas por los métodos tradicionales que se usan. La idea es mejorar la manera en que se agendan las citas para brindar un mejor servicio a los clientes interesados en recibir asesoría y más servicios que se ofrecen en </a:t>
            </a:r>
            <a:r>
              <a:rPr lang="es-CO" b="0" i="0" u="none" strike="noStrike" dirty="0" err="1">
                <a:effectLst/>
                <a:latin typeface="Arial" panose="020B0604020202020204" pitchFamily="34" charset="0"/>
              </a:rPr>
              <a:t>TusLentes</a:t>
            </a:r>
            <a:r>
              <a:rPr lang="es-CO" b="0" i="0" u="none" strike="noStrike" dirty="0">
                <a:effectLst/>
                <a:latin typeface="Arial" panose="020B0604020202020204" pitchFamily="34" charset="0"/>
              </a:rPr>
              <a:t> Shop. Se busca simplificar y optimizar el proceso de agendamiento, asegurando que tanto la óptica como los clientes puedan tener una mejor experiencia. </a:t>
            </a:r>
            <a:endParaRPr lang="es-CO" dirty="0"/>
          </a:p>
        </p:txBody>
      </p:sp>
    </p:spTree>
  </p:cSld>
  <p:clrMapOvr>
    <a:masterClrMapping/>
  </p:clrMapOvr>
</p:sld>
</file>

<file path=ppt/theme/theme1.xml><?xml version="1.0" encoding="utf-8"?>
<a:theme xmlns:a="http://schemas.openxmlformats.org/drawingml/2006/main" name="Recorte">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Recorte</Template>
  <TotalTime>0</TotalTime>
  <Words>2836</Words>
  <Application>WPS Presentation</Application>
  <PresentationFormat>Panorámica</PresentationFormat>
  <Paragraphs>35</Paragraphs>
  <Slides>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7</vt:i4>
      </vt:variant>
    </vt:vector>
  </HeadingPairs>
  <TitlesOfParts>
    <vt:vector size="19" baseType="lpstr">
      <vt:lpstr>Arial</vt:lpstr>
      <vt:lpstr>SimSun</vt:lpstr>
      <vt:lpstr>Wingdings</vt:lpstr>
      <vt:lpstr>Franklin Gothic Book</vt:lpstr>
      <vt:lpstr>gg sans</vt:lpstr>
      <vt:lpstr>Segoe Print</vt:lpstr>
      <vt:lpstr>Arial</vt:lpstr>
      <vt:lpstr>Microsoft YaHei</vt:lpstr>
      <vt:lpstr>Arial Unicode MS</vt:lpstr>
      <vt:lpstr>Aptos</vt:lpstr>
      <vt:lpstr>Segoe UI</vt:lpstr>
      <vt:lpstr>Recorte</vt:lpstr>
      <vt:lpstr>DLYTime</vt:lpstr>
      <vt:lpstr>Tabla de contenido</vt:lpstr>
      <vt:lpstr>¿Cuál es el problema?</vt:lpstr>
      <vt:lpstr>Objetivo general</vt:lpstr>
      <vt:lpstr>Objetivos Específicos</vt:lpstr>
      <vt:lpstr>Alcance y Delimitación</vt:lpstr>
      <vt:lpstr>Justificación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DLYTime</dc:title>
  <dc:creator>Kevin Alejandro Aroca Luna</dc:creator>
  <cp:lastModifiedBy>USUARIO</cp:lastModifiedBy>
  <cp:revision>19</cp:revision>
  <dcterms:created xsi:type="dcterms:W3CDTF">2024-09-17T02:31:00Z</dcterms:created>
  <dcterms:modified xsi:type="dcterms:W3CDTF">2025-04-08T02:27:32Z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911B41F9A54B4653936B9C7C8A0814D1_12</vt:lpwstr>
  </property>
  <property fmtid="{D5CDD505-2E9C-101B-9397-08002B2CF9AE}" pid="3" name="KSOProductBuildVer">
    <vt:lpwstr>3082-12.2.0.20782</vt:lpwstr>
  </property>
</Properties>
</file>